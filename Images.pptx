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663D-95AE-3C1C-2700-2B3C3F84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2A6AE-5E5C-649F-DCF1-EC4FB8C0F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813DF-CF40-5EB4-A3E4-785885D4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487D6-CC0F-42B0-8660-705CBFEF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5264F-9E66-85DA-815B-12F95801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88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CF70-018E-E84F-48FB-42E9B155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A4EA-FB50-C5DE-660A-C3209201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F3054-1F30-A955-3C25-A0E5BBD7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FB8B-E1FC-0415-E62B-FC9DF288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7455-63B0-0AD3-B222-FE63DCBD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48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7000-6F06-B7F6-0212-23AD158D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81792-EF0D-9B0F-79B2-F458480D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90C79-DA9E-EEA2-BB4D-45575CFA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5B44-D5E8-EBB8-9353-E7FCF31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CAFF-6B90-B3A3-EC53-32F25B57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87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CFEE-34C4-0DAD-86CD-F412A512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1C97F-215F-1FD5-4842-C4256DA0F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BD2F4-B788-1116-DBA0-65E300225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DF494-77BB-06F8-0D52-43923DC6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37E3B-7B51-FAD5-FB8B-AADAFC7D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07504-C273-CAE3-DDF2-08186B39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74F-6E23-F23E-8423-C95A05D7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5D4C7-66EF-3F73-C65E-5C27944D4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CA3C6-7FB7-2FFB-6A3C-31824AD86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C1A83-E68A-C72C-A99F-A81C4B0FC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7B02A-3F8D-FE40-8EDF-77AC11F2E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03794-C028-E962-6BAC-6212E35D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E04C7-C94B-8A83-48D7-B597C594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F3D70-C76B-183A-20B4-1ED7F884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435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D787-B54D-C167-6AC1-806721EC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E7821-9C8F-D92D-A5DD-7EC714F5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9CF58-7A16-EBCE-708F-7BFE7740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965A1-5958-BE1A-E88B-019429EA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0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751CF-4653-7AF3-47A1-3FC1DEBC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55D3A-03AC-F3E7-BCCE-7CDFD1D8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46344-9357-795C-CE62-16DCC9E6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90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2891-B61C-A6A4-E188-05B40E19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600FF-7C0C-E250-13A0-810AC3A5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83BA3-08A8-1B43-7BB6-2E4DEE518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18ADE-83F8-3501-FE04-421F3F5A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3B08F-3E08-1EF2-1F7D-64C9136F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45C3D-A57A-CDC3-253B-400CC033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69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EBEA-AE8E-16D7-C13F-81781186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F7E4C-BF33-7417-18AF-9E8DF2017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A7C07-F7D2-F811-F7EF-90298AF73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BCB72-422A-9CB0-0D05-A035B709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6BB4E-A86A-6FEC-BF8B-F5162ECC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7AEE-81C1-6F4D-6E3B-F566879C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4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E15A-43AD-C937-18F9-8AA96F60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AEBB7-C88A-4916-7F9E-2050203AE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EFCEC-F770-6922-222B-0351B72E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8AA03-C740-7120-733D-34A1CE7E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91A73-6C51-4F8B-CEF7-BA025695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6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24321-35E9-337F-72EC-B346A0279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109C9-A7FB-BD56-336D-EA49ECD2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1DCE1-A10A-93E5-5C6C-ECB34F7DC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D22F-722A-D059-4B23-44A1D422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0F2FE-D244-7AF7-DEC9-0A4AA29E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0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752EE-A2A7-0E3D-3AFA-4B70D4CF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99C20-1A0B-DE82-F0D6-53208C3B0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65A8F-47F1-F76B-2F15-4AFFB4B9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C48F-CEFB-4D8A-B043-3B2873485C6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E239-280D-6A47-8656-84A518555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2A8FB-B55B-1D64-0F22-B693C5EEA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F0EB6-1CA9-4DDF-9E55-278D4F065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7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1BC7-F077-96E6-1C6C-A8EA8317A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28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EcoPackAI</a:t>
            </a:r>
            <a:r>
              <a:rPr lang="en-GB" dirty="0"/>
              <a:t> – AI-Powered Sustainable Packaging Recommendation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06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D90F-1D1B-B942-1E86-7BA39F83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3BB5-9615-FD17-8483-CA17976E1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6C1D1-94E4-96FC-7A9F-5225C50B4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D4D70D-71F2-5DB5-58EA-9A262F6F8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7" y="963496"/>
            <a:ext cx="9883658" cy="4772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DAD18E-12FD-FEE9-65E8-36E8AB60A058}"/>
              </a:ext>
            </a:extLst>
          </p:cNvPr>
          <p:cNvSpPr txBox="1"/>
          <p:nvPr/>
        </p:nvSpPr>
        <p:spPr>
          <a:xfrm>
            <a:off x="998290" y="293615"/>
            <a:ext cx="39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28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9FCCE-AFDE-2702-DBEE-7DABBE8F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A982-AB2C-ADF5-61CB-E885BB5B9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DAAE6-413C-3A66-8C16-AEF4F3C13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83B7D-9796-F999-6D37-96FCEAC86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02" y="1122362"/>
            <a:ext cx="10128739" cy="42635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CF5E62-A591-8CC9-3057-B1A02897CB77}"/>
              </a:ext>
            </a:extLst>
          </p:cNvPr>
          <p:cNvSpPr txBox="1"/>
          <p:nvPr/>
        </p:nvSpPr>
        <p:spPr>
          <a:xfrm>
            <a:off x="1524000" y="522327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MATERIAL RECOMMENDATIONS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2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FE1D-2B1C-F81B-D434-D2302A98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2521-F51C-AAFC-C0FA-D8E265042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93A9F-E246-84C0-9E46-53599098C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66322-681C-780A-DBB5-1F902E5D5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01224"/>
            <a:ext cx="9192894" cy="39656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465D13-1B0B-8598-2A51-B44813C1137B}"/>
              </a:ext>
            </a:extLst>
          </p:cNvPr>
          <p:cNvSpPr txBox="1"/>
          <p:nvPr/>
        </p:nvSpPr>
        <p:spPr>
          <a:xfrm>
            <a:off x="1524000" y="528935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CO2 Reduction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03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336B-2DDF-941F-E8C0-A57F911F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6A03-2FC4-5C46-2A75-ECE15575D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C6E20-6ED7-301D-9C09-BE6AC6B29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632E3-76EA-00AE-E7FB-28533BAB7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4" y="1122363"/>
            <a:ext cx="9231086" cy="41354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1B4DE2-D369-D04E-314B-B4AC3FB3B132}"/>
              </a:ext>
            </a:extLst>
          </p:cNvPr>
          <p:cNvSpPr txBox="1"/>
          <p:nvPr/>
        </p:nvSpPr>
        <p:spPr>
          <a:xfrm>
            <a:off x="1436914" y="522328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Cost Savings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88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53F2-8083-B13F-F29C-F1FB3F64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F174-E151-8BB7-7384-7162FD913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79DE0-B222-DABF-B8A0-665399830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B0E1B-4549-908F-1582-159D7D7A0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736" y="1122363"/>
            <a:ext cx="9144000" cy="4135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A8414E-8D93-F19A-493C-84EBCA6ABF1A}"/>
              </a:ext>
            </a:extLst>
          </p:cNvPr>
          <p:cNvSpPr txBox="1"/>
          <p:nvPr/>
        </p:nvSpPr>
        <p:spPr>
          <a:xfrm>
            <a:off x="1524000" y="41934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Material Usage 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0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EcoPackAI – AI-Powered Sustainable Packaging Recommendation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pasamjaswanthi260@gmail.com</dc:creator>
  <cp:lastModifiedBy>pasamjaswanthi260@gmail.com</cp:lastModifiedBy>
  <cp:revision>1</cp:revision>
  <dcterms:created xsi:type="dcterms:W3CDTF">2026-04-01T14:00:58Z</dcterms:created>
  <dcterms:modified xsi:type="dcterms:W3CDTF">2026-04-01T14:08:20Z</dcterms:modified>
</cp:coreProperties>
</file>